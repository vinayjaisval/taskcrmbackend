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Rg st="1" end="11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74127D-B7B0-4F94-B77A-DBDF0BF2E8B9}" type="datetimeFigureOut">
              <a:rPr lang="en-US" smtClean="0"/>
              <a:pPr/>
              <a:t>5/13/2022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2997D-1710-4F2A-9C2F-3733DC17CAB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861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2997D-1710-4F2A-9C2F-3733DC17CAB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93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BAA796C1-9B8D-4A12-A74D-AD5F7C0633F3}" type="datetimeFigureOut">
              <a:rPr lang="en-US" smtClean="0"/>
              <a:pPr/>
              <a:t>5/13/2022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EEE637C3-8F61-4F3C-BC1E-AA8E6CE0EC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AA796C1-9B8D-4A12-A74D-AD5F7C0633F3}" type="datetimeFigureOut">
              <a:rPr lang="en-US" smtClean="0"/>
              <a:pPr/>
              <a:t>5/13/2022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EEE637C3-8F61-4F3C-BC1E-AA8E6CE0EC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BAA796C1-9B8D-4A12-A74D-AD5F7C0633F3}" type="datetimeFigureOut">
              <a:rPr lang="en-US" smtClean="0"/>
              <a:pPr/>
              <a:t>5/13/2022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EEE637C3-8F61-4F3C-BC1E-AA8E6CE0EC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96C1-9B8D-4A12-A74D-AD5F7C0633F3}" type="datetimeFigureOut">
              <a:rPr lang="en-US" smtClean="0"/>
              <a:pPr/>
              <a:t>5/13/2022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37C3-8F61-4F3C-BC1E-AA8E6CE0EC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96C1-9B8D-4A12-A74D-AD5F7C0633F3}" type="datetimeFigureOut">
              <a:rPr lang="en-US" smtClean="0"/>
              <a:pPr/>
              <a:t>5/13/2022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37C3-8F61-4F3C-BC1E-AA8E6CE0EC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AA796C1-9B8D-4A12-A74D-AD5F7C0633F3}" type="datetimeFigureOut">
              <a:rPr lang="en-US" smtClean="0"/>
              <a:pPr/>
              <a:t>5/13/2022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EEE637C3-8F61-4F3C-BC1E-AA8E6CE0EC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96C1-9B8D-4A12-A74D-AD5F7C0633F3}" type="datetimeFigureOut">
              <a:rPr lang="en-US" smtClean="0"/>
              <a:pPr/>
              <a:t>5/13/2022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37C3-8F61-4F3C-BC1E-AA8E6CE0EC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AA796C1-9B8D-4A12-A74D-AD5F7C0633F3}" type="datetimeFigureOut">
              <a:rPr lang="en-US" smtClean="0"/>
              <a:pPr/>
              <a:t>5/13/2022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EEE637C3-8F61-4F3C-BC1E-AA8E6CE0EC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AA796C1-9B8D-4A12-A74D-AD5F7C0633F3}" type="datetimeFigureOut">
              <a:rPr lang="en-US" smtClean="0"/>
              <a:pPr/>
              <a:t>5/13/2022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EEE637C3-8F61-4F3C-BC1E-AA8E6CE0EC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96C1-9B8D-4A12-A74D-AD5F7C0633F3}" type="datetimeFigureOut">
              <a:rPr lang="en-US" smtClean="0"/>
              <a:pPr/>
              <a:t>5/13/2022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37C3-8F61-4F3C-BC1E-AA8E6CE0EC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96C1-9B8D-4A12-A74D-AD5F7C0633F3}" type="datetimeFigureOut">
              <a:rPr lang="en-US" smtClean="0"/>
              <a:pPr/>
              <a:t>5/13/2022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37C3-8F61-4F3C-BC1E-AA8E6CE0EC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BAA796C1-9B8D-4A12-A74D-AD5F7C0633F3}" type="datetimeFigureOut">
              <a:rPr lang="en-US" smtClean="0"/>
              <a:pPr/>
              <a:t>5/13/2022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EE637C3-8F61-4F3C-BC1E-AA8E6CE0EC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4495800"/>
            <a:ext cx="6172200" cy="1981200"/>
          </a:xfrm>
        </p:spPr>
        <p:txBody>
          <a:bodyPr>
            <a:normAutofit/>
          </a:bodyPr>
          <a:lstStyle/>
          <a:p>
            <a:r>
              <a:rPr lang="en-US" sz="1600" dirty="0" smtClean="0"/>
              <a:t>PRESENTED BY :-</a:t>
            </a:r>
            <a:br>
              <a:rPr lang="en-US" sz="1600" dirty="0" smtClean="0"/>
            </a:br>
            <a:r>
              <a:rPr lang="en-US" sz="1800" b="0" dirty="0" err="1" smtClean="0"/>
              <a:t>Shelendra</a:t>
            </a:r>
            <a:r>
              <a:rPr lang="en-US" sz="1800" b="0" dirty="0" smtClean="0"/>
              <a:t> Singh</a:t>
            </a:r>
            <a:br>
              <a:rPr lang="en-US" sz="1800" b="0" dirty="0" smtClean="0"/>
            </a:br>
            <a:r>
              <a:rPr lang="en-US" sz="1800" b="0" dirty="0" err="1" smtClean="0"/>
              <a:t>Arpita</a:t>
            </a:r>
            <a:r>
              <a:rPr lang="en-US" sz="1800" b="0" dirty="0" smtClean="0"/>
              <a:t> Singh</a:t>
            </a:r>
            <a:br>
              <a:rPr lang="en-US" sz="1800" b="0" dirty="0" smtClean="0"/>
            </a:br>
            <a:r>
              <a:rPr lang="en-US" sz="1800" b="0" dirty="0" err="1" smtClean="0"/>
              <a:t>Muskan</a:t>
            </a:r>
            <a:r>
              <a:rPr lang="en-US" sz="1800" b="0" dirty="0" smtClean="0"/>
              <a:t> Pandey</a:t>
            </a:r>
            <a:br>
              <a:rPr lang="en-US" sz="1800" b="0" dirty="0" smtClean="0"/>
            </a:br>
            <a:r>
              <a:rPr lang="en-US" sz="1800" b="0" dirty="0" err="1" smtClean="0"/>
              <a:t>Sushmita</a:t>
            </a:r>
            <a:r>
              <a:rPr lang="en-US" sz="1800" b="0" dirty="0" smtClean="0"/>
              <a:t> </a:t>
            </a:r>
            <a:r>
              <a:rPr lang="en-US" sz="1800" b="0" dirty="0" err="1" smtClean="0"/>
              <a:t>Vishwakarma</a:t>
            </a:r>
            <a:r>
              <a:rPr lang="en-US" sz="1800" b="0" dirty="0" smtClean="0"/>
              <a:t/>
            </a:r>
            <a:br>
              <a:rPr lang="en-US" sz="1800" b="0" dirty="0" smtClean="0"/>
            </a:br>
            <a:r>
              <a:rPr lang="en-US" sz="1800" b="0" dirty="0" err="1" smtClean="0"/>
              <a:t>Anuj</a:t>
            </a:r>
            <a:r>
              <a:rPr lang="en-US" sz="1800" b="0" dirty="0" smtClean="0"/>
              <a:t> </a:t>
            </a:r>
            <a:r>
              <a:rPr lang="en-US" sz="1800" b="0" dirty="0" err="1" smtClean="0"/>
              <a:t>gupta</a:t>
            </a:r>
            <a:endParaRPr lang="en-US" sz="1800" b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609600"/>
            <a:ext cx="8458200" cy="685800"/>
          </a:xfrm>
        </p:spPr>
        <p:txBody>
          <a:bodyPr/>
          <a:lstStyle/>
          <a:p>
            <a:r>
              <a:rPr lang="en-US" u="sng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                    ONLINE WEDDINDG PLANING PLATFORM</a:t>
            </a:r>
            <a:endParaRPr lang="en-US" u="sng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 descr="downlo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996974"/>
            <a:ext cx="5257800" cy="34988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Indian wedding industry</a:t>
            </a:r>
            <a:br>
              <a:rPr lang="en-US" b="1" u="sng" dirty="0" smtClean="0"/>
            </a:b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 Population of India  : 135.81 cr.</a:t>
            </a:r>
          </a:p>
          <a:p>
            <a:pPr>
              <a:buNone/>
            </a:pPr>
            <a:r>
              <a:rPr lang="en-US" dirty="0" smtClean="0"/>
              <a:t>---------------------------------------------------</a:t>
            </a: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 No. of Indian marriage in a year : approx 10 million .</a:t>
            </a:r>
          </a:p>
          <a:p>
            <a:pPr>
              <a:buNone/>
            </a:pPr>
            <a:r>
              <a:rPr lang="en-US" dirty="0" smtClean="0"/>
              <a:t>----------------------------------------------------------</a:t>
            </a: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 Indian wedding market worth : 100,000 to 110,0000 cr.</a:t>
            </a:r>
          </a:p>
          <a:p>
            <a:pPr>
              <a:buNone/>
            </a:pPr>
            <a:r>
              <a:rPr lang="en-US" dirty="0" smtClean="0"/>
              <a:t>-----------------------------------------------------------------</a:t>
            </a: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 Marriage garden market worth :  5000cr.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r>
              <a:rPr lang="en-US" b="1" u="sng" dirty="0" smtClean="0"/>
              <a:t>Gorakhpur wedding industry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 People get married per year  </a:t>
            </a:r>
            <a:r>
              <a:rPr lang="en-US" smtClean="0"/>
              <a:t>in </a:t>
            </a:r>
            <a:r>
              <a:rPr lang="en-US" smtClean="0"/>
              <a:t>Gorakhpur </a:t>
            </a:r>
            <a:r>
              <a:rPr lang="en-US" dirty="0" smtClean="0"/>
              <a:t>8 to 10,000 .</a:t>
            </a:r>
          </a:p>
          <a:p>
            <a:pPr>
              <a:buNone/>
            </a:pPr>
            <a:r>
              <a:rPr lang="en-US" dirty="0" smtClean="0"/>
              <a:t>-------------------------------------------------------------------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Marriage garden in Gorakhpur 166+.</a:t>
            </a:r>
          </a:p>
          <a:p>
            <a:pPr>
              <a:buNone/>
            </a:pPr>
            <a:r>
              <a:rPr lang="en-US" dirty="0" smtClean="0"/>
              <a:t>-----------------------------------------------------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Invest in per marriage : 1 </a:t>
            </a:r>
            <a:r>
              <a:rPr lang="en-US" dirty="0" err="1" smtClean="0"/>
              <a:t>lakh</a:t>
            </a:r>
            <a:r>
              <a:rPr lang="en-US" dirty="0" smtClean="0"/>
              <a:t> to 10cr.</a:t>
            </a:r>
          </a:p>
          <a:p>
            <a:pPr>
              <a:buNone/>
            </a:pPr>
            <a:r>
              <a:rPr lang="en-US" dirty="0" smtClean="0"/>
              <a:t>-------------------------------------------------------------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caterers in Gorakhpur 210+.</a:t>
            </a:r>
          </a:p>
          <a:p>
            <a:pPr>
              <a:buNone/>
            </a:pPr>
            <a:r>
              <a:rPr lang="en-US" dirty="0" smtClean="0"/>
              <a:t>----------------------------------------------------------------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Wedding decorators in Gorakhpur 43+.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in wedding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Booking </a:t>
            </a:r>
          </a:p>
          <a:p>
            <a:r>
              <a:rPr lang="en-US" dirty="0" smtClean="0"/>
              <a:t>Time </a:t>
            </a:r>
          </a:p>
          <a:p>
            <a:r>
              <a:rPr lang="en-US" dirty="0" smtClean="0"/>
              <a:t>Bargaining </a:t>
            </a:r>
          </a:p>
          <a:p>
            <a:r>
              <a:rPr lang="en-US" dirty="0" smtClean="0"/>
              <a:t>Quality</a:t>
            </a:r>
          </a:p>
          <a:p>
            <a:r>
              <a:rPr lang="en-US" dirty="0" smtClean="0"/>
              <a:t>Maintain</a:t>
            </a:r>
          </a:p>
          <a:p>
            <a:r>
              <a:rPr lang="en-US" dirty="0" smtClean="0"/>
              <a:t>Food taste</a:t>
            </a:r>
          </a:p>
          <a:p>
            <a:r>
              <a:rPr lang="en-US" dirty="0" smtClean="0"/>
              <a:t>Bad decoration </a:t>
            </a:r>
          </a:p>
          <a:p>
            <a:r>
              <a:rPr lang="en-US" dirty="0" smtClean="0"/>
              <a:t>High paid for wedding planner etc.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IDEA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667000" y="1600200"/>
            <a:ext cx="26670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Online platform 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533400" y="3886200"/>
            <a:ext cx="1371600" cy="609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Garden 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1981200" y="4648200"/>
            <a:ext cx="1524000" cy="762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Caters 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4114800" y="4724400"/>
            <a:ext cx="1524000" cy="6858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Decorators 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5867400" y="3886200"/>
            <a:ext cx="1676400" cy="6858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photography</a:t>
            </a:r>
            <a:endParaRPr lang="en-US" dirty="0"/>
          </a:p>
        </p:txBody>
      </p:sp>
      <p:cxnSp>
        <p:nvCxnSpPr>
          <p:cNvPr id="10" name="Straight Arrow Connector 9"/>
          <p:cNvCxnSpPr>
            <a:endCxn id="5" idx="0"/>
          </p:cNvCxnSpPr>
          <p:nvPr/>
        </p:nvCxnSpPr>
        <p:spPr>
          <a:xfrm rot="5400000">
            <a:off x="1219200" y="2286000"/>
            <a:ext cx="1600200" cy="1600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16200000" flipH="1">
            <a:off x="5067300" y="2324100"/>
            <a:ext cx="1600200" cy="1524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5400000">
            <a:off x="1943100" y="3162300"/>
            <a:ext cx="22098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7" idx="0"/>
          </p:cNvCxnSpPr>
          <p:nvPr/>
        </p:nvCxnSpPr>
        <p:spPr>
          <a:xfrm rot="16200000" flipH="1">
            <a:off x="3467100" y="3314700"/>
            <a:ext cx="22098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facility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Easy to operate </a:t>
            </a:r>
          </a:p>
          <a:p>
            <a:r>
              <a:rPr lang="en-US" dirty="0" smtClean="0"/>
              <a:t>Providing all thing in one place </a:t>
            </a:r>
          </a:p>
          <a:p>
            <a:r>
              <a:rPr lang="en-US" dirty="0" smtClean="0"/>
              <a:t>Direct contact in everyone </a:t>
            </a:r>
          </a:p>
          <a:p>
            <a:r>
              <a:rPr lang="en-US" dirty="0" smtClean="0"/>
              <a:t>Saving time</a:t>
            </a:r>
          </a:p>
          <a:p>
            <a:r>
              <a:rPr lang="en-US" dirty="0" smtClean="0"/>
              <a:t>Saving money  </a:t>
            </a:r>
          </a:p>
          <a:p>
            <a:r>
              <a:rPr lang="en-US" dirty="0" smtClean="0"/>
              <a:t>No bargaining </a:t>
            </a:r>
          </a:p>
          <a:p>
            <a:r>
              <a:rPr lang="en-US" dirty="0" smtClean="0"/>
              <a:t>No wedding planner </a:t>
            </a:r>
          </a:p>
          <a:p>
            <a:r>
              <a:rPr lang="en-US" dirty="0" smtClean="0"/>
              <a:t>Max discount </a:t>
            </a:r>
          </a:p>
          <a:p>
            <a:r>
              <a:rPr lang="en-US" dirty="0" smtClean="0"/>
              <a:t>Providing manager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start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84248"/>
            <a:ext cx="7467600" cy="4873752"/>
          </a:xfrm>
        </p:spPr>
        <p:txBody>
          <a:bodyPr/>
          <a:lstStyle/>
          <a:p>
            <a:r>
              <a:rPr lang="en-US" dirty="0" smtClean="0"/>
              <a:t>Create an app &amp; website </a:t>
            </a:r>
          </a:p>
          <a:p>
            <a:endParaRPr lang="en-US" dirty="0" smtClean="0"/>
          </a:p>
          <a:p>
            <a:r>
              <a:rPr lang="en-US" dirty="0" smtClean="0"/>
              <a:t>Make an office </a:t>
            </a:r>
          </a:p>
          <a:p>
            <a:endParaRPr lang="en-US" dirty="0" smtClean="0"/>
          </a:p>
          <a:p>
            <a:r>
              <a:rPr lang="en-US" dirty="0" smtClean="0"/>
              <a:t>Hire staff (web developer ,field worker etc)</a:t>
            </a:r>
          </a:p>
          <a:p>
            <a:endParaRPr lang="en-US" dirty="0" smtClean="0"/>
          </a:p>
          <a:p>
            <a:r>
              <a:rPr lang="en-US" dirty="0" smtClean="0"/>
              <a:t>Link the garden ,caters ,decorators  &amp; photographer.</a:t>
            </a:r>
          </a:p>
          <a:p>
            <a:endParaRPr lang="en-US" dirty="0" smtClean="0"/>
          </a:p>
          <a:p>
            <a:r>
              <a:rPr lang="en-US" dirty="0" smtClean="0"/>
              <a:t>Do the publicity of our app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attract customer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Easy to use </a:t>
            </a:r>
          </a:p>
          <a:p>
            <a:endParaRPr lang="en-US" dirty="0" smtClean="0"/>
          </a:p>
          <a:p>
            <a:r>
              <a:rPr lang="en-US" dirty="0" smtClean="0"/>
              <a:t>With exciting offers </a:t>
            </a:r>
          </a:p>
          <a:p>
            <a:endParaRPr lang="en-US" dirty="0" smtClean="0"/>
          </a:p>
          <a:p>
            <a:r>
              <a:rPr lang="en-US" dirty="0" smtClean="0"/>
              <a:t>Seasonal discount </a:t>
            </a:r>
          </a:p>
          <a:p>
            <a:endParaRPr lang="en-US" dirty="0" smtClean="0"/>
          </a:p>
          <a:p>
            <a:r>
              <a:rPr lang="en-US" dirty="0" smtClean="0"/>
              <a:t>Chose the best in many option</a:t>
            </a:r>
          </a:p>
          <a:p>
            <a:endParaRPr lang="en-US" dirty="0" smtClean="0"/>
          </a:p>
          <a:p>
            <a:r>
              <a:rPr lang="en-US" dirty="0" smtClean="0"/>
              <a:t>Select via rating (garden , caters ,photographers )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 of income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Via user visit on our app </a:t>
            </a:r>
          </a:p>
          <a:p>
            <a:endParaRPr lang="en-US" dirty="0" smtClean="0"/>
          </a:p>
          <a:p>
            <a:r>
              <a:rPr lang="en-US" dirty="0" smtClean="0"/>
              <a:t>Only 5% charge form marriage garden and caters</a:t>
            </a:r>
          </a:p>
          <a:p>
            <a:endParaRPr lang="en-US" dirty="0" smtClean="0"/>
          </a:p>
          <a:p>
            <a:r>
              <a:rPr lang="en-US" dirty="0" smtClean="0"/>
              <a:t>Only 3% charge form decorators and photographers </a:t>
            </a:r>
          </a:p>
          <a:p>
            <a:endParaRPr lang="en-US" dirty="0" smtClean="0"/>
          </a:p>
          <a:p>
            <a:r>
              <a:rPr lang="en-US" dirty="0" smtClean="0"/>
              <a:t>5000 to 50,000 </a:t>
            </a:r>
            <a:r>
              <a:rPr lang="en-US" dirty="0" err="1" smtClean="0"/>
              <a:t>rs</a:t>
            </a:r>
            <a:r>
              <a:rPr lang="en-US" dirty="0" smtClean="0"/>
              <a:t>. For management team if customer want</a:t>
            </a:r>
          </a:p>
          <a:p>
            <a:pPr>
              <a:buNone/>
            </a:pPr>
            <a:r>
              <a:rPr lang="en-US" dirty="0" smtClean="0"/>
              <a:t>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plan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We can add beauty parlor </a:t>
            </a:r>
          </a:p>
          <a:p>
            <a:endParaRPr lang="en-US" dirty="0" smtClean="0"/>
          </a:p>
          <a:p>
            <a:r>
              <a:rPr lang="en-US" dirty="0" smtClean="0"/>
              <a:t>Add honeymoon trip plan </a:t>
            </a:r>
          </a:p>
          <a:p>
            <a:endParaRPr lang="en-US" dirty="0" smtClean="0"/>
          </a:p>
          <a:p>
            <a:r>
              <a:rPr lang="en-US" dirty="0" smtClean="0"/>
              <a:t> tie-up with any other app &amp; selling other wedding accessories</a:t>
            </a:r>
          </a:p>
          <a:p>
            <a:endParaRPr lang="en-US" dirty="0" smtClean="0"/>
          </a:p>
          <a:p>
            <a:r>
              <a:rPr lang="en-US" dirty="0" smtClean="0"/>
              <a:t>--------------------------------------------------</a:t>
            </a:r>
          </a:p>
          <a:p>
            <a:r>
              <a:rPr lang="en-US" dirty="0" smtClean="0"/>
              <a:t>---------------------------------------------------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0" y="1066800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Thank you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--------------------------------------------------- 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 descr="images 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743200"/>
            <a:ext cx="6113824" cy="32146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190</TotalTime>
  <Words>289</Words>
  <Application>Microsoft Office PowerPoint</Application>
  <PresentationFormat>On-screen Show (4:3)</PresentationFormat>
  <Paragraphs>86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Century Schoolbook</vt:lpstr>
      <vt:lpstr>Wingdings</vt:lpstr>
      <vt:lpstr>Wingdings 2</vt:lpstr>
      <vt:lpstr>Oriel</vt:lpstr>
      <vt:lpstr>PRESENTED BY :- Shelendra Singh Arpita Singh Muskan Pandey Sushmita Vishwakarma Anuj gupta</vt:lpstr>
      <vt:lpstr>Indian wedding industry </vt:lpstr>
      <vt:lpstr>Gorakhpur wedding industry</vt:lpstr>
      <vt:lpstr>Problem in wedding</vt:lpstr>
      <vt:lpstr>Business IDEA  </vt:lpstr>
      <vt:lpstr>Our facility</vt:lpstr>
      <vt:lpstr>How to start </vt:lpstr>
      <vt:lpstr>How to attract customer</vt:lpstr>
      <vt:lpstr>Source of income </vt:lpstr>
      <vt:lpstr>Future plan </vt:lpstr>
      <vt:lpstr>Thank you ---------------------------------------------------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 :- Saurabh prajapati margendra agrawal</dc:title>
  <dc:creator>Welcome</dc:creator>
  <cp:lastModifiedBy>ACER</cp:lastModifiedBy>
  <cp:revision>28</cp:revision>
  <dcterms:created xsi:type="dcterms:W3CDTF">2019-03-15T16:32:55Z</dcterms:created>
  <dcterms:modified xsi:type="dcterms:W3CDTF">2022-05-13T10:03:11Z</dcterms:modified>
</cp:coreProperties>
</file>